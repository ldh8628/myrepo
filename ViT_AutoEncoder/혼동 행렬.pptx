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B7B12-0BE6-6C38-2143-19A621179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ECFDCE-0621-9EAE-8064-A531D964E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B79DB-A6D5-0124-B9A8-25F1D2DA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007CD0-4E25-494D-3BC9-188A14CA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E13165-8FC8-61AC-7FDA-5A8EEA580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53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E8B76-8CAF-1201-759B-5298C08D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F369EB-7399-ACFC-E127-442D24EA3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F838E4-25EE-7FE7-74A4-AC1C878E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499BDF-7A90-831F-FF0A-102BAB19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380999-D076-F133-A7E1-6C7C15A8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36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19C9E-9A94-BBA8-E655-3C9F733B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ED5190-BF87-EC7B-103C-6A9923E35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1924BC-F959-98A4-0E62-3A63D780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7E961-34CE-335E-32F8-987FD0F5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9429FE-1775-10F5-9026-16405806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61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D57C6-02FD-5D5C-F64E-D2C0678D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FE4FA-F709-9020-E76F-0B51789F4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4BC28-69D9-7EDE-10D9-95ECD158D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1A0E73-09F1-D99C-C6F3-C4C0B775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D9B9FD-49A1-390B-50BF-6A0A50FA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6AABDC-1E40-F01E-B7BC-8E86B8E7D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91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447B7-AC1E-DC17-1274-8955EF23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7C8B3E-F093-831C-3FE1-C0D921491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62ECE1-8339-AACC-554B-D088B3468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A877C5-8392-BCBD-5735-31454EC67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64BDB5-DD2C-7DBF-1B89-4005D0A65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4A5432-E8BC-4C7E-FCFF-3DC26A63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D2D33A-6622-02EB-BC5F-C0DB79BA8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51246B-B0FB-33F9-FAA1-30CF6309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212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79A3C-D794-D41F-C940-C0871852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073EA4-7A87-C286-717B-14731192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947756-6047-1BDE-E946-858E6989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43BBCA-2A96-B924-73D0-E4380456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04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9930C8-4A97-2243-0886-D27F5117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FA28F4-F191-8D9D-B2EF-E15CB9EE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46D948-5744-3885-2C5B-8808563A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59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08408-83ED-529A-1874-4FF6BDA3F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618316-8967-D2EC-A3A7-992FC3912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4F35D6-3909-2C40-232E-7F94102FE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EDE993-7712-8DFF-609D-CA720A99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D0551E-DB27-66B1-7007-A30B2422F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61A54E-2EEC-96CF-DFC9-70FE2CB8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58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7DFA0-0AAA-46CA-54A7-861E53856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FBB0B8-4526-EC3C-EDA9-9B389B82E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C3F0AA-8320-C732-4267-F948F814D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CC123A-699B-40B2-47AD-B115778E8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932F94-D132-707C-71DE-AFE53030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A6CF9F-47FC-AE38-C8AB-8C326AC4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94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52E6E-D398-DB0D-E678-8D5AD27C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15329A-4B2F-9543-CF13-734B5ED24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0B1A3-9D5C-A4FA-97C6-81D90CE3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E93FB-EFA7-DB85-095F-435CF06ED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580C3-1EB8-BFC4-CFAD-76902C7CA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559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18A393-EE64-9484-BF4E-259822DA0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6E434A-B9B2-C804-5C29-61D388E85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DE74E-05AE-6073-6673-EB45370B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021740-C4D6-B13A-9A0A-4A360FC7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25E1A-58C8-7A21-8DEC-94BEDBC9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233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BF9122-1342-21F6-8425-C39DB629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9AED0B-F6B4-740F-9AD2-0DE00C264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2E21E-4FCE-2DAC-279F-4D52EF0A16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41E16-08D1-4988-A10C-69A9AAB3D958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8D6528-B898-8445-33B2-F0203FE2B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B16139-C6EC-03B9-8CE3-C62F16E43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A7AAC-0771-47B5-97D8-7040A87FBA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82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C5AA630-10F0-E15C-5D01-8A733D2E0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393684"/>
              </p:ext>
            </p:extLst>
          </p:nvPr>
        </p:nvGraphicFramePr>
        <p:xfrm>
          <a:off x="4160520" y="2219182"/>
          <a:ext cx="6170930" cy="33586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85465">
                  <a:extLst>
                    <a:ext uri="{9D8B030D-6E8A-4147-A177-3AD203B41FA5}">
                      <a16:colId xmlns:a16="http://schemas.microsoft.com/office/drawing/2014/main" val="2675990414"/>
                    </a:ext>
                  </a:extLst>
                </a:gridCol>
                <a:gridCol w="3085465">
                  <a:extLst>
                    <a:ext uri="{9D8B030D-6E8A-4147-A177-3AD203B41FA5}">
                      <a16:colId xmlns:a16="http://schemas.microsoft.com/office/drawing/2014/main" val="3755718449"/>
                    </a:ext>
                  </a:extLst>
                </a:gridCol>
              </a:tblGrid>
              <a:tr h="1679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/>
                        <a:t>TP</a:t>
                      </a:r>
                      <a:r>
                        <a:rPr lang="ko-KR" altLang="en-US" sz="3000" dirty="0"/>
                        <a:t> </a:t>
                      </a:r>
                      <a:r>
                        <a:rPr lang="en-US" altLang="ko-KR" sz="3000" dirty="0"/>
                        <a:t>=</a:t>
                      </a:r>
                      <a:r>
                        <a:rPr lang="ko-KR" altLang="en-US" sz="3000" dirty="0"/>
                        <a:t> </a:t>
                      </a:r>
                      <a:r>
                        <a:rPr lang="en-US" altLang="ko-KR" sz="3000" dirty="0"/>
                        <a:t>202</a:t>
                      </a:r>
                      <a:endParaRPr lang="ko-KR" altLang="en-US" sz="3000" dirty="0"/>
                    </a:p>
                  </a:txBody>
                  <a:tcPr marL="69423" marR="69423" marT="34711" marB="3471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/>
                        <a:t>FP = 0</a:t>
                      </a:r>
                      <a:endParaRPr lang="ko-KR" altLang="en-US" sz="3000" dirty="0"/>
                    </a:p>
                  </a:txBody>
                  <a:tcPr marL="69423" marR="69423" marT="34711" marB="34711" anchor="ctr"/>
                </a:tc>
                <a:extLst>
                  <a:ext uri="{0D108BD9-81ED-4DB2-BD59-A6C34878D82A}">
                    <a16:rowId xmlns:a16="http://schemas.microsoft.com/office/drawing/2014/main" val="1038291090"/>
                  </a:ext>
                </a:extLst>
              </a:tr>
              <a:tr h="1679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/>
                        <a:t>FN = 5</a:t>
                      </a:r>
                      <a:endParaRPr lang="ko-KR" altLang="en-US" sz="3000" dirty="0"/>
                    </a:p>
                  </a:txBody>
                  <a:tcPr marL="69423" marR="69423" marT="34711" marB="3471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/>
                        <a:t>TP = 12</a:t>
                      </a:r>
                      <a:endParaRPr lang="ko-KR" altLang="en-US" sz="3000" dirty="0"/>
                    </a:p>
                  </a:txBody>
                  <a:tcPr marL="69423" marR="69423" marT="34711" marB="34711" anchor="ctr"/>
                </a:tc>
                <a:extLst>
                  <a:ext uri="{0D108BD9-81ED-4DB2-BD59-A6C34878D82A}">
                    <a16:rowId xmlns:a16="http://schemas.microsoft.com/office/drawing/2014/main" val="29957149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AE684F-AE3B-407D-684A-389A8F3E5B29}"/>
              </a:ext>
            </a:extLst>
          </p:cNvPr>
          <p:cNvSpPr txBox="1"/>
          <p:nvPr/>
        </p:nvSpPr>
        <p:spPr>
          <a:xfrm>
            <a:off x="697776" y="2811780"/>
            <a:ext cx="27497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Predicted Positive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A27E0-874D-4D41-6AFA-8144C7E4EB02}"/>
              </a:ext>
            </a:extLst>
          </p:cNvPr>
          <p:cNvSpPr txBox="1"/>
          <p:nvPr/>
        </p:nvSpPr>
        <p:spPr>
          <a:xfrm>
            <a:off x="599993" y="4484370"/>
            <a:ext cx="29453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Predicted Negative</a:t>
            </a:r>
            <a:endParaRPr lang="ko-KR" altLang="en-US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DC144-5D5C-C03E-4FA8-028AE2808A6B}"/>
              </a:ext>
            </a:extLst>
          </p:cNvPr>
          <p:cNvSpPr txBox="1"/>
          <p:nvPr/>
        </p:nvSpPr>
        <p:spPr>
          <a:xfrm>
            <a:off x="4411980" y="1280160"/>
            <a:ext cx="25342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Actually Positive</a:t>
            </a:r>
            <a:endParaRPr lang="ko-KR" altLang="en-US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0E9A9-2FEA-57C3-16B9-6F8812E43E11}"/>
              </a:ext>
            </a:extLst>
          </p:cNvPr>
          <p:cNvSpPr txBox="1"/>
          <p:nvPr/>
        </p:nvSpPr>
        <p:spPr>
          <a:xfrm>
            <a:off x="7490460" y="1280160"/>
            <a:ext cx="27297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Actually Negative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298726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leedh</dc:creator>
  <cp:lastModifiedBy>leedh</cp:lastModifiedBy>
  <cp:revision>1</cp:revision>
  <dcterms:created xsi:type="dcterms:W3CDTF">2025-12-02T06:46:00Z</dcterms:created>
  <dcterms:modified xsi:type="dcterms:W3CDTF">2025-12-02T06:46:40Z</dcterms:modified>
</cp:coreProperties>
</file>